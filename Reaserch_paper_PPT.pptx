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70" r:id="rId7"/>
    <p:sldId id="269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4/28/2026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(Module-1)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Propagation Analysis in AI Chatbots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Gunjan Lathwal, Bhumika Aggarwal, Devanshi Dadwal, Gaurang Batra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2210991588, 2210992578, 2210990262, 2210991568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Rajat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262563-4C7D-45E9-1CAF-5A92369A8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66" y="1235251"/>
            <a:ext cx="83903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project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and evaluate bias present in AI chatbot responses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structured and practical approach. As AI systems are increasingly being used in real-world applications such as education, hiring, healthcare, and customer support, ensuring fairness in their responses has become critically important.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whether chatbots generate biased outputs when exposed to prompts related to sensitive attributes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gender, profession, region, and socioeconomic status.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Another key objective is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prompt-based evaluation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consistent testing of multiple chatbot systems under the same conditions. This helps in making fair comparisons across different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quantifying fairness using measurable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such as sentiment analysis and fairness scores, rather than relying only on subjective observations.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B0E5B5-9319-92B3-7411-2D69B61CABD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7316" y="0"/>
            <a:ext cx="548604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0DE6EA-B380-7394-35E5-4583B4860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2" y="1342503"/>
            <a:ext cx="802312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and large language models are 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massive real-world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often contain inherent societal biases. As a result, these systems may unintentionally learn and reproduce biases in their responses.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can appear in multiple forms, such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Associating certain professions with a specific 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assumptions based on region or economic background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Reinforcing stereotypes through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many existing solutions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reducing bias during model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they do not fully address how bias appears during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interactions with 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current bias detection methods rely heavily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Predefined benchmark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model adjustments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approaches often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 to capture subtle, context-dependent biases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emerge in conversational settings.</a:t>
            </a: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3" y="0"/>
            <a:ext cx="600751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118141F-C18F-2A27-A2D8-42B0EA2A0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3" y="1105378"/>
            <a:ext cx="875071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bias in chatbot responses.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48 prompts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covering gender, profession, regional, and socioeconomic bias, based on real-world scenarios.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 Selection: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four AI systems—ChatGPT, Gemini, Perplexity, and Copilot.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Collection: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prompt was tested on all chatbots, resulting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 responses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Evaluation: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Responses were manually labeled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biased or unbiased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capture context and subtle bias.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&amp; Scoring: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sentiment and calculated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comparison.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analyzed and visualized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and Excel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patterns and compare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44DC-A580-1A9D-9016-03AD4F46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DDDF06-5797-F637-BEB9-0A54C758E21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8489" y="0"/>
            <a:ext cx="6518788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Outcomes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A3E952-8656-4F91-F614-94D9340B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45" y="1361350"/>
            <a:ext cx="822074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revealed that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generally aim to produce neutral and safe responses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helps reduce the chances of explicit bias. However, this does not completely eliminate bias.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Subtle and contextual bias still exists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when prompts are sensitive or framed in a certain way. This shows that bias is not always obvious and can be difficult to detect using only automated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the evaluated systems,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 demonstrated the highest fairness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more consistent neutral and balanced responses. Other chatbots like Copilot and Perplexity also performed well, but with slightly more variation.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 showed comparatively lower fairness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that different AI models handle bias differently depending on their training and response strategies.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highlight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 plays a critical role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—small changes in wording can significantly impact the nature of chatbot responses. </a:t>
            </a:r>
          </a:p>
        </p:txBody>
      </p:sp>
    </p:spTree>
    <p:extLst>
      <p:ext uri="{BB962C8B-B14F-4D97-AF65-F5344CB8AC3E}">
        <p14:creationId xmlns:p14="http://schemas.microsoft.com/office/powerpoint/2010/main" val="67699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A529-3B32-1676-E348-9BF46999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4F8B99-EE84-8866-789C-E128FD9B0F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8489" y="0"/>
            <a:ext cx="6518788" cy="914040"/>
          </a:xfrm>
        </p:spPr>
        <p:txBody>
          <a:bodyPr/>
          <a:lstStyle/>
          <a:p>
            <a:r>
              <a:rPr lang="en-IN" sz="4000" dirty="0"/>
              <a:t>Conclusion &amp;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5CD316-1419-4206-B286-60ECB8CD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89" y="1053303"/>
            <a:ext cx="872121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confirms that while AI chatbots have improved significantly in maintaining fairness,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still persists in subtle 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complex or real-world scenarios.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emphasize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in AI is not just a technical issue but also an ethical concern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these systems influence user decisions in areas like education, hiring, and information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key takeaway is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evaluation and monitoring of AI systems is essential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responsible and fair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dataset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diverse and complex prompts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deeper bias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AI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broader 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bias detection 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machine learning-based classifiers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judgment with automated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accurate and scalable evaluation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bias detection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deployment in production environments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2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34757</TotalTime>
  <Words>783</Words>
  <Application>Microsoft Office PowerPoint</Application>
  <PresentationFormat>On-screen Show (4:3)</PresentationFormat>
  <Paragraphs>63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Methodology Overview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Gunjan Lathwal</cp:lastModifiedBy>
  <cp:revision>2298</cp:revision>
  <dcterms:created xsi:type="dcterms:W3CDTF">2010-04-09T07:36:15Z</dcterms:created>
  <dcterms:modified xsi:type="dcterms:W3CDTF">2026-04-28T06:26:04Z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